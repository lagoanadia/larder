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Larder es el Proyecto Transversal de 2o DAM (P1). Presentar el nombre y encuadrar: es un documento de ideacion, no todavia el producto acabado.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1.040€/año sale de una estimacion propia (10€ de media perdidos por viaje), no de una fuente externa. Es honesto explicar que la primera cifra que se penso (120€/ano) no cuadraba con las cuentas reales, y se corrigio.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fuente principal ya no es busqueda por IA sino conversaciones reales con estudiantes/gente joven que comparten piso (mismo perfil que el mercado objetivo). AnyList tiene reconocimiento inteligente al escribir y codigo de barras -casi tan rapido como Notas-, pero todo su valor extra apunta a cocinar. La fila de Out of Milk se genero con IA (IA-2) y no se pudo verificar como app real: se documenta la retractacion en vez de ocultarla.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del estado del arte: el hueco no es "mas bonita", es rapidez de Notas + colaboracion de Bring + foco en ahorro/stock, que ninguna cubre. Tambien vale mencionar el testimonio propio: en casa se abandono una app similar tras 2 usos por pereza de abrir "otra app".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n=26 (2 envios duplicados por accidente descartados: "las cantidades" y la broma "Amor y Paz", cada par contado una vez). El dato que se mantiene y es mas fuerte que antes: 0/26 usa una app HOY como metodo (Pregunta 3) -- las 2 que probaron una app (Bring!, "Notas") la abandonaron. Quien probo Bring lo explica el mismo: fallo por falta de cooperacion de sus companeros de piso. Con mas muestra, "duplico" (73%) y "olvido" (81%) ya no coinciden como antes -- es lo esperable, no una senal de manipulacion. El dato conjunto (58%, 15/26) sigue subiendo. Aparecen por primera vez 2 personas en el bucket "mas de 5 viajes olvidados".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Actualizado a n=26 (2 duplicados por envio accidental descartados). Categorizacion: "no se quien compro que" y "llevar la cuenta de quien compro que antes" cuentan para AMBAS columnas (coop + tracker de gastos), "no saber que quieren los otros"/"comen mis cosas"/"compran cosas que no quiero" es coop puro, "no participan/tardan en pagar" es tracker de gastos puro. Cambio importante en esta tanda: la queja de caducidad/comida que se estropea paso de 1 mencion aislada a 4 menciones independientes -- ya es el segundo tema mas repetido despues de cooperacion, y una de ellas describe literalmente el "aviso de stock bajo" que ya estaba en el alcance de Fridge (documento de una pagina). Las menciones de precio (2, "esta todo carisimo"/"comprar es caro") siguen fuera de esta diapositiva por espacio -- estan en ideacion.md.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amplio el segmento objetivo a estudiantes+parejas+cualquiera que comparta gastos. Al no encontrar un desglose fiable para ese cruce en A Coruña, el mercado objetivo se iguala al accesible, y se documenta honestamente la limitacion de la busqueda.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Coste fijo 0 porque se usa el tier gratuito de Render, sin dominio de pago. Eso hace el punto de equilibrio trivial (1 hogar), pero viene con un coste tecnico real: sleep del servicio y disco efimero para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nos elegiria por construir facturacion o cobro con tarjeta propios; si por como llevamos nevera y lista compartida. Orden de construccion: una pantalla completa antes de abrir la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nombre Larder es una palabra inglesa comun (despensa) — revisar en P5 si dificulta encontrarlo en buscadores. De momento se mantiene.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Recalcar que lo entregado el viernes es la ideacion completa (docs/ideacion.md), no codigo terminado — eso es correcto para P1 en esta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88331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LARDER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nevera y la compra de un hogar compartido, sin líos ni WhatsApp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5394960"/>
            <a:ext cx="7498080" cy="777240"/>
          </a:xfrm>
          <a:prstGeom prst="roundRect">
            <a:avLst>
              <a:gd name="adj" fmla="val 11765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4864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Transversal · Sesión 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DAM  ·  Bloque P1 — Que exista  ·  Documento de ideación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frase del dolor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mi casa perdemos tiempo controlando qué queda en la nevera y organizando la compra."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89320" y="1417320"/>
            <a:ext cx="5669280" cy="2286000"/>
          </a:xfrm>
          <a:prstGeom prst="roundRect">
            <a:avLst>
              <a:gd name="adj" fmla="val 4800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— con datos reales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9202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Iago y Nadia pierden 10-15 min cada vez que hacen la lista a ojo con papel y boli, van a la tienda 2 veces/semana sin planificar, y casi siempre acaban comprando algo duplicado o volviendo por algo olvidado.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2E211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1.040 €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perdidos al año en compras mal planificadas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77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calculó: 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10 €/viaje × 2 viajes/semana × 52 semanas ≈ 1.040 €/año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directa del hogar (Iago, Nadia, Muxia) — dato de primera mano, sin fuente externa.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la competencia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34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principal: conversaciones directas con estudiantes/gente joven — el mismo perfil que el mercado objetivo.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2860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bueno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problema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y boli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 y sencillo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pierde fácil; de un solo uso (gasta papel)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(móvil)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usada; simple y reusable — "la que mejor funciona"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comparte ni coedita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Colaborativo de verdad,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extra al añadir un item; su "Inspiración" no resuelve el caso de 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Reconoce items al escribir + 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valor apunta a cocinar, no a ahorrar o controlar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literal verificada (fuente secundaria)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icono de la aplicación aparece marcado como comprado en el Apple Watch pero no llega a descargarse ni a instalarse."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8646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Reseña real verificada de Bring! Grocery Shopping List, App Store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4406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532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honesta:  </a:t>
            </a:r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tercera app ("Out of Milk") encontrada por búsqueda IA no superó la verificación real y se retiró del análisis, en vez de darse por buena.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el hueco detectado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184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posicionamiento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618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Bring! ni AnyList apuntan a ahorrar o controlar stock — las dos están construidas para cocinar y planificar recetas.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28072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fricción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80720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paso extra sobre "simplemente escribir" hace que la gente vuelva a Notas, la solución más simple.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colaboración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99592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que mejor funciona en la práctica (Notas) no se puede compartir ni coeditar en tiempo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533095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real: una herramienta tan rápida de usar como Notas, tan colaborativa como Bring!, y centrada en ahorro y control de stock — el ángulo que nadie cubre.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encuesta confirma el hueco (n=26)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bilingüe (ES/EN), 9 preguntas sobre hechos del último mes — no opiniones sobre una app futura. 26 respuestas únicas (2 envíos duplicados por accidente, descartados).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0/26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hoy una app específica como método — aunque 2 personas SÍ la probaron alguna vez (ver abajo)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8056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compró algo duplicado el último mes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tuvo que volver a la tienda por algo olvidado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249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58% (15 de 26 personas) sufrió ambas cosas — compró duplicado y volvió a la tienda — en el mismo mes.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6492240" cy="2148840"/>
          </a:xfrm>
          <a:prstGeom prst="roundRect">
            <a:avLst>
              <a:gd name="adj" fmla="val 5106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246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· ¿Cómo organizáis hoy la lista de la compra?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648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y boli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1" name="Shape 18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C9682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6484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del móvil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788920" y="3986784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5" name="Shape 22"/>
          <p:cNvSpPr/>
          <p:nvPr/>
        </p:nvSpPr>
        <p:spPr>
          <a:xfrm>
            <a:off x="2788920" y="3986784"/>
            <a:ext cx="2593571" cy="219456"/>
          </a:xfrm>
          <a:prstGeom prst="roundRect">
            <a:avLst>
              <a:gd name="adj" fmla="val 16667"/>
            </a:avLst>
          </a:prstGeom>
          <a:solidFill>
            <a:srgbClr val="D9A44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28232" y="39593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2702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/ a ojo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788920" y="429768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9" name="Shape 26"/>
          <p:cNvSpPr/>
          <p:nvPr/>
        </p:nvSpPr>
        <p:spPr>
          <a:xfrm>
            <a:off x="2788920" y="4297680"/>
            <a:ext cx="1945178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28232" y="4270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5811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WhatsApp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88920" y="4608576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3" name="Shape 30"/>
          <p:cNvSpPr/>
          <p:nvPr/>
        </p:nvSpPr>
        <p:spPr>
          <a:xfrm>
            <a:off x="2788920" y="4608576"/>
            <a:ext cx="324196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28232" y="458114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específica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788920" y="4919472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428232" y="48920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2486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2 personas la probaron alguna vez (Pregunta 7) — pero 0/26 la usa hoy: la abandonaron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223760" y="310896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3246120"/>
            <a:ext cx="3931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no son el problema — la retención sí.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Bring! y AnyList llevan años disponibles y son razonablemente buenas (estado del arte, diapositiva anterior). 2 de 26 personas confirman haberlas probado — pero ninguna las usa hoy. Quien probó Bring! lo explica sin que se le pregunte: "porque si no colaboran los demás... pues mal vamos". El hueco no está en construir "una app más" — está en resolver por qué las que existen no retienen ni a quien sí las prueba.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quejas espontáneas confirman el mismo patrón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9 (abierta): "¿Qué es lo que más te frustra de gestionar la compra o la nevera?" — nadie vio el prototipo antes de responder.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5532120" cy="4160520"/>
          </a:xfrm>
          <a:prstGeom prst="roundRect">
            <a:avLst>
              <a:gd name="adj" fmla="val 2637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1645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COOPERACIÓN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01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26 personas (23%) — sin que se les preguntara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8600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what the others want, the others eating my stuff"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people use the food I planned to use in a meal for myself... so I have to use something else"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if someone bought something just for themself"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compran cosas que no quiero"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vez una compra una cosa, lo complicado es llevar la cuenta de quién compró qué antes"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63640" y="150876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92240" y="16459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TRACKER DE GASTOS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menciones espontáneas + 9/26 (35%) dice en la Pregunta 8 que no llevan cuenta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3317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 — también aquí: no saber quién pagó qué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la gente no participe a la hora de hacer la compra o que tarden en pagar cuando dividimos gastos"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"Llevar la cuenta de quién compró qué antes" — también dual, coop + gasto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92240" y="4160520"/>
            <a:ext cx="4892040" cy="1371600"/>
          </a:xfrm>
          <a:prstGeom prst="roundRect">
            <a:avLst>
              <a:gd name="adj" fmla="val 6667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20840" y="4279392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History: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compró qué y quién debe a quién, resuelto sin depender de que alguien lo recuerde o lo apunte a mano.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8064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señal aislada — 4 menciones (Fridge):  </a:t>
            </a:r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"Pois supoño que cando algo se acabe ninguén avise" — describe el aviso de stock bajo que ya estaba en el alcance, sin que la persona lo supiera.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mercado — A Coruña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de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España 2+ pers.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medio 2,50 pers./hogar (INE 2023)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2E211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249.261 hab. ÷ 2,50 pers./hogar (INE/IGE 2024)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OBJETIVO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el accesible — ver nota abajo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honesta sobre la búsqueda: 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encontró un desglose público fiable de "hogares no familiares/parejas sin hijos" a nivel de A Coruña — es un resultado válido en sí mismo, no un dato inventado.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verificable: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650 pisos de estudiantes en A Coruña (UDC &gt;13.300 matriculados · 31% cambia de ciudad · 55% comparte piso — Fundación CYD).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servilleta de 6 casillas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VENDEMOS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hogar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8056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CUÁNTO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0,99 €/mes por hogar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NOS CUESTA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fijo: 0 € (hosting gratuito). Variable: 0 €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9768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HACEN FALTA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1 hogar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04672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HAY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99.700 hogares accesibles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365760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376732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hogar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 — coste fijo 0€ ÷ margen 0,99€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35040" y="3657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3767328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honesta: el nivel gratuito "duerme" sin uso y el disco es efímero (riesgo real para SQLite). El reto no son los números — es que alguien pague por algo que la competencia da gratis.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explícita: no se adelanta dinero propio en hosting mientras el proyecto no genere ingresos.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columnas del alcance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6E4D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C968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construimos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Nevera: inventario + aviso de stock bajo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compartida con control de concurrencia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+ cálculo de quién debe a quién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precios por tienda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D9A44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hace Odoo (ERP)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y precios por tienda (Pricelists)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real de la suscripción, si se cobrase algún día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8A7A6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hace este curso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código de barras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real con tarjeta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deudas de verdad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P1, un hogar de A Coruña controla su nevera y organiza la lista de la compra compartida sin usar el grupo de WhatsApp, y puede consultar su historial de gasto repartido y comparar precios entre tiendas."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construcción: Nevera → Lista (concurrencia) → Historial → Precios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de una página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MENSAJE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Larder — controlar la nevera y la compra sin duplicados ni viajes extra, sin depender de un WhatsApp desordenado.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Coruña. ≈99.700 hogares accesibles.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3152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min/lista a ojo, 2 viajes/semana sin plan, ≈1.040€/año perdidos.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0,99€/mes · coste fijo 0€ · equilibrio: 1 hogar.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P1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 + Lista + Historial + Precios. Cobro real, fuera de alcance.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35508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el propio hogar es el primer usuario real.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462272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1520" y="453542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HAREMOS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barras, cobro con tarjeta, notificaciones push, liquidar deudas de verdad.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777240" cy="77724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918058"/>
            <a:ext cx="404165" cy="4041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697480"/>
            <a:ext cx="9601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Terminar la pantalla de la Nevera (frontend con React + TypeScript)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con control de concurrencia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parametrizar Odoo (catálogo + precios por tienda)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backend con la API de Odoo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gasto y comparador de precios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580644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viernes: idea validada, con números y decisiones que se pueden defender.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2026-09-16T14:09:16Z</dcterms:created>
  <dcterms:modified xsi:type="dcterms:W3CDTF">2026-09-16T14:09:16Z</dcterms:modified>
</cp:coreProperties>
</file>