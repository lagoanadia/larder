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Larder es el Proyecto Transversal de 2o DAM (P1). Presentar el nombre y encuadrar: es un documento de ideacion, no todavia el producto acabado.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dato de 1.040€/año sale de una estimacion propia (10€ de media perdidos por viaje), no de una fuente externa. Es honesto explicar que la primera cifra que se penso (120€/ano) no cuadraba con las cuentas reales, y se corrigio.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fuente principal ya no es busqueda por IA sino conversaciones reales con estudiantes/gente joven que comparten piso (mismo perfil que el mercado objetivo). AnyList tiene reconocimiento inteligente al escribir y codigo de barras -casi tan rapido como Notas-, pero todo su valor extra apunta a cocinar. La fila de Out of Milk se genero con IA (IA-2) y no se pudo verificar como app real: se documenta la retractacion en vez de ocultarla.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del estado del arte: el hueco no es "mas bonita", es rapidez de Notas + colaboracion de Bring + foco en ahorro/stock, que ninguna cubre. Tambien vale mencionar el testimonio propio: en casa se abandono una app similar tras 2 usos por pereza de abrir "otra app".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amplio el segmento objetivo a estudiantes+parejas+cualquiera que comparta gastos. Al no encontrar un desglose fiable para ese cruce en A Coruña, el mercado objetivo se iguala al accesible, y se documenta honestamente la limitacion de la busqueda.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Coste fijo 0 porque se usa el tier gratuito de Render, sin dominio de pago. Eso hace el punto de equilibrio trivial (1 hogar), pero viene con un coste tecnico real: sleep del servicio y disco efimero para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nos elegiria por construir facturacion o cobro con tarjeta propios; si por como llevamos nevera y lista compartida. Orden de construccion: una pantalla completa antes de abrir la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nombre Larder es una palabra inglesa comun (despensa) — revisar en P5 si dificulta encontrarlo en buscadores. De momento se mantiene.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Recalcar que lo entregado el viernes es la ideacion completa (docs/ideacion.md), no codigo terminado — eso es correcto para P1 en esta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8833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LARDER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nevera y la compra de un hogar compartido, sin líos ni WhatsApp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539496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3D2E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4864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Transversal · Sesión 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C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DAM  ·  Bloque P1 — Que exista  ·  Documento de ideación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frase del dolor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EDE6D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202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mi casa perdemos tiempo controlando qué queda en la nevera y organizando la compra."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89320" y="1417320"/>
            <a:ext cx="5669280" cy="2286000"/>
          </a:xfrm>
          <a:prstGeom prst="roundRect">
            <a:avLst>
              <a:gd name="adj" fmla="val 4800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2179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— con datos reales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192024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Iago y Nadia pierden 10-15 min cada vez que hacen la lista a ojo con papel y boli, van a la tienda 2 veces/semana sin planificar, y casi siempre acaban comprando algo duplicado o volviendo por algo olvidado.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2E211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4160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1.040 €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074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 al año en compras mal planificadas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97764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calculó:  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10 €/viaje × 2 viajes/semana × 52 semanas ≈ 1.040 €/año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directa del hogar (Iago, Nadia, Muxia) — dato de primera mano, sin fuente externa.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arte — la competencia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principal: conversaciones directas con estudiantes/gente joven — el mismo perfil que el mercado objetivo.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2860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1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bueno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1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problema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1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y boli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 y sencillo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pierde fácil; de un solo uso (gasta papel)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 (móvil)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más usada; simple y reusable — "la que mejor funciona"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comparte ni coedita en tiempo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Colaborativo de verdad, en tiempo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extra al añadir un item; su "Inspiración" no resuelve el caso de 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Reconoce items al escribir + código de barras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1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el valor apunta a cocinar, no a ahorrar o controlar stock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9776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4096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literal verificada (fuente secundaria)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43708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icono de la aplicación aparece marcado como comprado en el Apple Watch pero no llega a descargarse ni a instalarse."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86460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Reseña real verificada de Bring! Grocery Shopping List, App Store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6E9D8"/>
          </a:solidFill>
          <a:ln w="12700">
            <a:solidFill>
              <a:srgbClr val="C968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5532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honesta:  </a:t>
            </a:r>
            <a:pPr indent="0" marL="0">
              <a:buNone/>
            </a:pPr>
            <a:r>
              <a:rPr lang="en-US" sz="12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tercera app ("Out of Milk") encontrada por búsqueda IA no superó la verificación real y se retiró del análisis, en vez de darse por buena.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arte — el hueco detectado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6184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posicionamiento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61848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Bring! ni AnyList apuntan a ahorrar o controlar stock — las dos están construidas para cocinar y planificar recetas.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DE6D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8072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fricción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80720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paso extra sobre "simplemente escribir" hace que la gente vuelva a Notas, la solución más simple.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3995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6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colaboración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99592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que mejor funciona en la práctica (Notas) no se puede compartir ni coeditar en tiempo real.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2E211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533095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hueco real: una herramienta tan rápida de usar como Notas, tan colaborativa como Bring!, y centrada en ahorro y control de stock — el ángulo que nadie cubre.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 de mercado — A Coruña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TOTAL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Hogares de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España 2+ pers.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medio 2,50 pers./hogar (INE 2023)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46304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2E211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2628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ACCESIBLE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99.700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C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249.261 hab. ÷ 2,50 pers./hogar (INE/IGE 2024)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99.700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063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el accesible — ver nota abajo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6E9D8"/>
          </a:solidFill>
          <a:ln w="12700">
            <a:solidFill>
              <a:srgbClr val="C968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279392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honesta sobre la búsqueda: 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encontró un desglose público fiable de "hogares no familiares/parejas sin hijos" a nivel de A Coruña — es un resultado válido en sí mismo, no un dato inventado.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Suelo verificable: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650 pisos de estudiantes en A Coruña (UDC &gt;13.300 matriculados · 31% cambia de ciudad · 55% comparte piso — Fundación CYD).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servilleta de 6 casillas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508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VENDEMOS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647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por hogar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80560" y="1508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7647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organiza la compra en un hogar compartido de A Coruña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141732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0" y="15087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CUÁNTO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17647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0,99 €/mes por hogar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51460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3152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NOS CUESTA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28620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fijo: 0 € (hosting gratuito). Variable: 0 €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97680" y="251460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48056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HACEN FALTA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28620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equilibrio: 1 hogar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46720" y="2514600"/>
            <a:ext cx="3611880" cy="960120"/>
          </a:xfrm>
          <a:prstGeom prst="roundRect">
            <a:avLst>
              <a:gd name="adj" fmla="val 11429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29600" y="26060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HAY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28620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99.700 hogares accesibles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36576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2E211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3767328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hogar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4348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 — coste fijo 0€ ÷ margen 0,99€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035040" y="365760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6E9D8"/>
          </a:solidFill>
          <a:ln w="12700">
            <a:solidFill>
              <a:srgbClr val="C9682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63640" y="376732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honesta: el nivel gratuito "duerme" sin uso y el disco es efímero (riesgo real para SQLite). El reto no son los números — es que alguien pague por algo que la competencia da gratis.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349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explícita: no se adelanta dinero propio en hosting mientras el proyecto no genere ingresos.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columnas del alcance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6E4D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00200"/>
            <a:ext cx="3246120" cy="411480"/>
          </a:xfrm>
          <a:prstGeom prst="roundRect">
            <a:avLst>
              <a:gd name="adj" fmla="val 17778"/>
            </a:avLst>
          </a:prstGeom>
          <a:solidFill>
            <a:srgbClr val="C968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00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construimos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945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Nevera: inventario + aviso de stock bajo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compartida con control de concurrencia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+ cálculo de quién debe a quién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precios por tienda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EF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600200"/>
            <a:ext cx="3246120" cy="411480"/>
          </a:xfrm>
          <a:prstGeom prst="roundRect">
            <a:avLst>
              <a:gd name="adj" fmla="val 17778"/>
            </a:avLst>
          </a:prstGeom>
          <a:solidFill>
            <a:srgbClr val="D9A44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80560" y="1600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hace Odoo (ERP)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1945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 y precios por tienda (Pricelists)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real de la suscripción, si se cobrase algún día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141732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EF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0" y="1600200"/>
            <a:ext cx="3246120" cy="411480"/>
          </a:xfrm>
          <a:prstGeom prst="roundRect">
            <a:avLst>
              <a:gd name="adj" fmla="val 17778"/>
            </a:avLst>
          </a:prstGeom>
          <a:solidFill>
            <a:srgbClr val="8A7A6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0" y="1600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hace este curso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1945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código de barras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real con tarjeta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Liquidar deudas de verdad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E211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49560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P1, un hogar de A Coruña controla su nevera y organiza la lista de la compra compartida sin usar el grupo de WhatsApp, y puede consultar su historial de gasto repartido y comparar precios entre tiendas."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58521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construcción: Nevera → Lista (concurrencia) → Historial → Precios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1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de una página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4904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MENSAJE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2821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Larder — controlar la nevera y la compra sin duplicados ni viajes extra, sin depender de un WhatsApp desordenado.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EDE6D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55080" y="14904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172821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organiza la compra en un hogar compartido de A Coruña. ≈99.700 hogares accesibles.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432304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250545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27432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min/lista a ojo, 2 viajes/semana sin plan, ≈1.040€/año perdidos.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2432304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EDE6D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55080" y="250545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274320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0,99€/mes · coste fijo 0€ · equilibrio: 1 hogar.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447288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31520" y="352044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P1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75818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Nevera + Lista + Historial + Precios. Cobro real, fuera de alcance.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3447288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EDE6D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355080" y="352044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375818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Directo: el propio hogar es el primer usuario real.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462272"/>
            <a:ext cx="5440680" cy="896112"/>
          </a:xfrm>
          <a:prstGeom prst="roundRect">
            <a:avLst>
              <a:gd name="adj" fmla="val 12245"/>
            </a:avLst>
          </a:prstGeom>
          <a:solidFill>
            <a:srgbClr val="F4E9D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31520" y="45354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6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HAREMOS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47731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barras, cobro con tarjeta, notificaciones push, liquidar deudas de verdad.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2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777240" cy="777240"/>
          </a:xfrm>
          <a:prstGeom prst="ellipse">
            <a:avLst/>
          </a:prstGeom>
          <a:solidFill>
            <a:srgbClr val="C968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97480"/>
            <a:ext cx="9601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600" dirty="0">
                <a:solidFill>
                  <a:srgbClr val="E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la pantalla de la Nevera (frontend con React + TypeScript)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600" dirty="0">
                <a:solidFill>
                  <a:srgbClr val="E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la compra con control de concurrencia real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600" dirty="0">
                <a:solidFill>
                  <a:srgbClr val="E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y parametrizar Odoo (catálogo + precios por tienda)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600" dirty="0">
                <a:solidFill>
                  <a:srgbClr val="E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backend con la API de Odoo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600" dirty="0">
                <a:solidFill>
                  <a:srgbClr val="E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gasto y comparador de precios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580644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3D2E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viernes: idea validada, con números y decisiones que se pueden defender.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2026-09-16T07:11:29Z</dcterms:created>
  <dcterms:modified xsi:type="dcterms:W3CDTF">2026-09-16T07:11:29Z</dcterms:modified>
</cp:coreProperties>
</file>