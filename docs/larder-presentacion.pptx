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Larder es el Proyecto Transversal de 2o DAM (P1). Presentar el nombre y encuadrar: es un documento de ideacion, no todavia el producto acabado.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dato de 1.040€/año sale de una estimacion propia (10€ de media perdidos por viaje), no de una fuente externa. Es honesto explicar que la primera cifra que se penso (120€/ano) no cuadraba con las cuentas reales, y se corrigio.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fuente principal ya no es busqueda por IA sino conversaciones reales con estudiantes/gente joven que comparten piso (mismo perfil que el mercado objetivo). AnyList tiene reconocimiento inteligente al escribir y codigo de barras -casi tan rapido como Notas-, pero todo su valor extra apunta a cocinar. La fila de Out of Milk se genero con IA (IA-2) y no se pudo verificar como app real: se documenta la retractacion en vez de ocultarla.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 del estado del arte: el hueco no es "mas bonita", es rapidez de Notas + colaboracion de Bring + atribucion (quien apunto que) + saber que hay en casa SIN pedir que nadie cuente unidades a mano -- esto ultimo se corrigio el 17/09 porque la version anterior ("ahorro y control de stock") caia en el mismo error que criticamos de AnyList. Tambien vale mencionar el testimonio propio: en casa se abandono una app similar tras 2 usos por pereza de abrir "otra app".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FINALES -- encuesta cerrada el 17/09/2026, n=32 (2 envios duplicados por accidente descartados: "las cantidades" y la broma "Amor y Paz", cada par contado una vez). El dato mas fuerte de toda la encuesta: 0/32 usa una app HOY como metodo (Pregunta 3) -- las 2 que probaron una app (Bring!, "Notas") la abandonaron, sin excepcion, en las 4 tandas de la recogida. El "metodo ganador" (Papel vs Notas) nunca se asento -- cambio de lider en cada tanda por 1-2 respuestas -- es un empate tecnico, se documenta asi en vez de forzar un ganador. El dato conjunto (53%, 17/32) se mantuvo estable por encima de la mitad en las ultimas tres tandas (58%-&gt;55%-&gt;53%) -- la senal mas solida de toda la encuesta.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FINALES, n=32 (encuesta cerrada 17/09/2026; 2 duplicados por envio accidental descartados). Categorizacion: "no se quien compro que" y "llevar la cuenta de quien compro que antes" cuentan para AMBAS columnas (coop + tracker de gastos), "no saber que quieren los otros"/"comen mis cosas"/"compran cosas que no quiero"/"people eating my food"/"dudar en comprar algo y que se lo coma otro" es coop puro, "no participan/tardan en pagar" es tracker de gastos puro. Cooperacion termino como el tema mas repetido con diferencia (8/32, 25%) en toda la recogida. Correccion 17/09: separamos "caducidad/comida que se estropea" (3 menciones, queda para P2+ porque exige ampliar Odoo) de "se acaba y nadie avisa" (1 mencion, esta SI se resuelve gratis en P1 solo con que Fridge sea compartida -- ya no dependemos de logica de "aviso de stock bajo"). Las menciones de precio (2) siguen fuera de esta diapositiva por espacio -- estan en ideacion.md.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amplio el segmento objetivo a estudiantes+parejas+cualquiera que comparta gastos. Al no encontrar un desglose fiable para ese cruce en A Coruña, el mercado objetivo se iguala al accesible, y se documenta honestamente la limitacion de la busqueda.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Coste fijo 0 porque se usa el tier gratuito de Render, sin dominio de pago. Eso hace el punto de equilibrio trivial (1 hogar), pero viene con un coste tecnico real: sleep del servicio y disco efimero para SQLite.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Nadie nos elegiria por construir facturacion o cobro con tarjeta propios; si por como llevamos nevera y lista compartida. Orden de construccion: una pantalla completa antes de abrir la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nombre Larder es una palabra inglesa comun (despensa) — revisar en P5 si dificulta encontrarlo en buscadores. De momento se mantiene.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Recalcar que lo entregado el viernes es la ideacion completa (docs/ideacion.md), no codigo terminado — eso es correcto para P1 en esta fase.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822960" cy="822960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883310"/>
            <a:ext cx="427939" cy="4279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2286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LARDER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4290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nevera y la compra de un hogar compartido, sin líos ni WhatsApp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22960" y="5394960"/>
            <a:ext cx="7498080" cy="777240"/>
          </a:xfrm>
          <a:prstGeom prst="roundRect">
            <a:avLst>
              <a:gd name="adj" fmla="val 11765"/>
            </a:avLst>
          </a:prstGeom>
          <a:solidFill>
            <a:srgbClr val="3D2E2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" y="548640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Transversal · Sesión 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DAM  ·  Bloque P1 — Que exista  ·  Documento de ideación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frase del dolor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212080" cy="2286000"/>
          </a:xfrm>
          <a:prstGeom prst="roundRect">
            <a:avLst>
              <a:gd name="adj" fmla="val 4800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9202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 mi casa perdemos tiempo controlando qué queda en la nevera y organizando la compra."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989320" y="1417320"/>
            <a:ext cx="5669280" cy="2286000"/>
          </a:xfrm>
          <a:prstGeom prst="roundRect">
            <a:avLst>
              <a:gd name="adj" fmla="val 4800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2179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— con datos reales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1920240"/>
            <a:ext cx="5212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Iago y Nadia pierden 10-15 min cada vez que hacen la lista a ojo con papel y boli, van a la tienda 2 veces/semana sin planificar, y casi siempre acaban comprando algo duplicado o volviendo por algo olvidado.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3977640"/>
            <a:ext cx="4754880" cy="1737360"/>
          </a:xfrm>
          <a:prstGeom prst="roundRect">
            <a:avLst>
              <a:gd name="adj" fmla="val 6316"/>
            </a:avLst>
          </a:prstGeom>
          <a:solidFill>
            <a:srgbClr val="2E211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41605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1.040 €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50749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perdidos al año en compras mal planificadas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532120" y="3977640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calculó:  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10 €/viaje × 2 viajes/semana × 52 semanas ≈ 1.040 €/año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directa del hogar (Iago, Nadia, Muxia) — dato de primera mano, sin fuente externa.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del arte — la competencia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344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principal: conversaciones directas con estudiantes/gente joven — el mismo perfil que el mercado objetivo.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22860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4846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1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bueno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1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problema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1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y boli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Rápido y sencillo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pierde fácil; de un solo uso (gasta papel)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Notas (móvil)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más usada; simple y reusable — "la que mejor funciona"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comparte ni coedita en tiempo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Bring!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Colaborativo de verdad, en tiempo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Paso extra al añadir un item; su "Inspiración" no resuelve el caso de uso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AnyList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Reconoce items al escribir + código de barras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el valor apunta a cocinar, no a compartir la lista ni saber qué hay en casa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9776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 literal verificada (fuente secundaria)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437083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"El icono de la aplicación aparece marcado como comprado en el Apple Watch pero no llega a descargarse ni a instalarse."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486460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Reseña real verificada de Bring! Grocery Shopping List, App Store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544068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" y="5532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honesta:  </a:t>
            </a:r>
            <a:pPr indent="0" marL="0">
              <a:buNone/>
            </a:pPr>
            <a:r>
              <a:rPr lang="en-US" sz="12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tercera app ("Out of Milk") encontrada por búsqueda IA no superó la verificación real y se retiró del análisis, en vez de darse por buena.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del arte — el hueco detectado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161848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posicionamiento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161848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Bring! ni AnyList apuntan al acto simple de apuntar y compartir la lista — las dos están construidas para cocinar y planificar recetas.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697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22960" y="280720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fricción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80720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paso extra sobre "simplemente escribir" hace que la gente vuelva a Notas, la solución más simple.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886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2960" y="3995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colaboración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99592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que mejor funciona en la práctica (Notas) no se puede compartir ni coeditar en tiempo real.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2120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211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68680" y="5330952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hueco real: una herramienta tan rápida de usar como Notas, tan colaborativa como Bring!, que además dice quién apuntó cada cosa y muestra qué hay en casa sin pedir que nadie lleve la cuenta a mano — el ángulo que nadie cubre.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— VALIDACIÓN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encuesta confirma el hueco (n=32, cerrada)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bilingüe (ES/EN), 9 preguntas sobre hechos del último mes — no opiniones sobre una app futura. Resultados finales: 32 respuestas únicas, cerrada el 17/09/2026.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2E211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00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0/32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13055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hoy una app específica como método — aunque 2 personas SÍ la probaron alguna vez (ver abajo)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97680" y="1508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2E211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480560" y="1600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13055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compró algo duplicado el último mes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046720" y="1508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2E2119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0" y="1600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213055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tuvo que volver a la tienda por algo olvidado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72491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53% (17 de 32 personas) sufrió ambas cosas — compró duplicado y volvió a la tienda — en el mismo mes.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3108960"/>
            <a:ext cx="6492240" cy="2148840"/>
          </a:xfrm>
          <a:prstGeom prst="roundRect">
            <a:avLst>
              <a:gd name="adj" fmla="val 5106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77240" y="3246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3 · ¿Cómo organizáis hoy la lista de la compra?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36484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del móvil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788920" y="3675888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21" name="Shape 18"/>
          <p:cNvSpPr/>
          <p:nvPr/>
        </p:nvSpPr>
        <p:spPr>
          <a:xfrm>
            <a:off x="2788920" y="3675888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D9A44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28232" y="364845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9593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 y boli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2788920" y="3986784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25" name="Shape 22"/>
          <p:cNvSpPr/>
          <p:nvPr/>
        </p:nvSpPr>
        <p:spPr>
          <a:xfrm>
            <a:off x="2788920" y="3986784"/>
            <a:ext cx="3268980" cy="219456"/>
          </a:xfrm>
          <a:prstGeom prst="roundRect">
            <a:avLst>
              <a:gd name="adj" fmla="val 16667"/>
            </a:avLst>
          </a:prstGeom>
          <a:solidFill>
            <a:srgbClr val="C9682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28232" y="39593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42702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/ a ojo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2788920" y="4297680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29" name="Shape 26"/>
          <p:cNvSpPr/>
          <p:nvPr/>
        </p:nvSpPr>
        <p:spPr>
          <a:xfrm>
            <a:off x="2788920" y="4297680"/>
            <a:ext cx="2377440" cy="219456"/>
          </a:xfrm>
          <a:prstGeom prst="roundRect">
            <a:avLst>
              <a:gd name="adj" fmla="val 16667"/>
            </a:avLst>
          </a:prstGeom>
          <a:solidFill>
            <a:srgbClr val="8A7A6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428232" y="427024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" y="458114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de WhatsApp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788920" y="4608576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33" name="Shape 30"/>
          <p:cNvSpPr/>
          <p:nvPr/>
        </p:nvSpPr>
        <p:spPr>
          <a:xfrm>
            <a:off x="2788920" y="4608576"/>
            <a:ext cx="297180" cy="219456"/>
          </a:xfrm>
          <a:prstGeom prst="roundRect">
            <a:avLst>
              <a:gd name="adj" fmla="val 16667"/>
            </a:avLst>
          </a:prstGeom>
          <a:solidFill>
            <a:srgbClr val="8A7A6D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428232" y="458114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777240" y="4892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app específica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2788920" y="4919472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428232" y="48920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24865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2 personas la probaron alguna vez (Pregunta 7) — pero 0/32 la usa hoy: la abandonaron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223760" y="3108960"/>
            <a:ext cx="4389120" cy="2148840"/>
          </a:xfrm>
          <a:prstGeom prst="roundRect">
            <a:avLst>
              <a:gd name="adj" fmla="val 5106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3246120"/>
            <a:ext cx="39319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apps no son el problema — la retención sí.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Bring! y AnyList llevan años disponibles y son razonablemente buenas (estado del arte, diapositiva anterior). 2 de 32 personas confirman haberlas probado — pero ninguna las usa hoy. Quien probó Bring! lo explica sin que se le pregunte: "porque si no colaboran los demás... pues mal vamos". El hueco no está en construir "una app más" — está en resolver por qué las que existen no retienen ni a quien sí las prueba.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— VALIDACIÓN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quejas espontáneas confirman el mismo patrón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9 (abierta): "¿Qué es lo que más te frustra de gestionar la compra o la nevera?" — nadie vio el prototipo antes de responder.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5532120" cy="4160520"/>
          </a:xfrm>
          <a:prstGeom prst="roundRect">
            <a:avLst>
              <a:gd name="adj" fmla="val 2637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16459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COOPERACIÓN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01952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 32 personas (25%) — el tema más repetido, sin que se les preguntara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28600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don’t know who bought what"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knowing what the others want, the others eating my stuff" / "People eating my food"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"When people use the food I planned to use in a meal for myself... so I have to use something else"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knowing if someone bought something just for themself" / dudar en comprar algo "y que se lo coma otra persona"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 compran cosas que no quiero"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"Cada vez una compra una cosa, lo complicado es llevar la cuenta de quién compró qué antes"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63640" y="150876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92240" y="16459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TRACKER DE GASTOS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1901952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menciones espontáneas + 12/32 (38%) dice en la Pregunta 8 que no llevan cuenta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3317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don’t know who bought what" — también aquí: no saber quién pagó qué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 la gente no participe a la hora de hacer la compra o que tarden en pagar cuando dividimos gastos"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"Llevar la cuenta de quién compró qué antes" — también dual, coop + gasto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92240" y="4160520"/>
            <a:ext cx="4892040" cy="1371600"/>
          </a:xfrm>
          <a:prstGeom prst="roundRect">
            <a:avLst>
              <a:gd name="adj" fmla="val 6667"/>
            </a:avLst>
          </a:prstGeom>
          <a:solidFill>
            <a:srgbClr val="2E211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720840" y="4279392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es exactamente History: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compró qué y quién debe a quién, resuelto sin depender de que alguien lo recuerde o lo apunte a mano.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580644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80644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resuelto en P1, gratis:  </a:t>
            </a:r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"Pois supoño que cando algo se acabe ninguén avise" — se resuelve solo con que Fridge sea una vista compartida: marcar "se acabó" ya avisa a todo el piso, sin lógica extra ni contar unidades.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Estudio de mercado — A Coruña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TOTAL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Hogares de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España 2+ pers.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medio 2,50 pers./hogar (INE 2023)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29768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2E211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ACCESIBLE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2011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99.700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249.261 hab. ÷ 2,50 pers./hogar (INE/IGE 2024)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4672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7532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OBJETIVO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2011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99.700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 con el accesible — ver nota abajo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4160520"/>
            <a:ext cx="11064240" cy="1965960"/>
          </a:xfrm>
          <a:prstGeom prst="roundRect">
            <a:avLst>
              <a:gd name="adj" fmla="val 4651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4279392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honesta sobre la búsqueda: 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encontró un desglose público fiable de "hogares no familiares/parejas sin hijos" a nivel de A Coruña — es un resultado válido en sí mismo, no un dato inventado.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 verificable: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650 pisos de estudiantes en A Coruña (UDC &gt;13.300 matriculados · 31% cambia de ciudad · 55% comparte piso — Fundación CYD).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4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servilleta de 6 casillas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15087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VENDEMOS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647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mensual por hogar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97680" y="14173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480560" y="15087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QUIÉN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480560" y="17647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organiza la compra en un hogar compartido de A Coruña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46720" y="14173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29600" y="15087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CUÁNTO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17647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0,99 €/mes por hogar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25146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NOS CUESTA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286207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fijo: 0 € (hosting gratuito). Variable: 0 €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297680" y="25146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CUÁNTOS HACEN FALTA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286207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equilibrio: 1 hogar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046720" y="25146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22960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CUÁNTOS HAY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286207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99.700 hogares accesibles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365760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2E2119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48640" y="3767328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hogar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 — coste fijo 0€ ÷ margen 0,99€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035040" y="365760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63640" y="3767328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honesta: el nivel gratuito "duerme" sin uso y el disco es efímero (riesgo real para SQLite). El reto no son los números — es que alguien pague por algo que la competencia da gratis.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3492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explícita: no se adelanta dinero propio en hosting mientras el proyecto no genere ingresos.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5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3 columnas del alcance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6E4D3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00200"/>
            <a:ext cx="3246120" cy="411480"/>
          </a:xfrm>
          <a:prstGeom prst="roundRect">
            <a:avLst>
              <a:gd name="adj" fmla="val 17778"/>
            </a:avLst>
          </a:prstGeom>
          <a:solidFill>
            <a:srgbClr val="C9682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00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construimos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945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Nevera: qué hay en casa, sin cantidades — se rellena sola al comprar, se vacía con un toque "se acabó"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compartida con control de concurrencia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+ cálculo de quién debe a quién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Comparador de precios por tienda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97680" y="141732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4EFE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0560" y="1600200"/>
            <a:ext cx="3246120" cy="411480"/>
          </a:xfrm>
          <a:prstGeom prst="roundRect">
            <a:avLst>
              <a:gd name="adj" fmla="val 17778"/>
            </a:avLst>
          </a:prstGeom>
          <a:solidFill>
            <a:srgbClr val="D9A44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80560" y="1600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hace Odoo (ERP)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1945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productos y precios por tienda (Pricelists)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real de la suscripción, si se cobrase algún día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46720" y="141732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4EFE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229600" y="1600200"/>
            <a:ext cx="3246120" cy="411480"/>
          </a:xfrm>
          <a:prstGeom prst="roundRect">
            <a:avLst>
              <a:gd name="adj" fmla="val 17778"/>
            </a:avLst>
          </a:prstGeom>
          <a:solidFill>
            <a:srgbClr val="8A7A6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0" y="1600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se hace este curso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21945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Escaneo de código de barras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 real con tarjeta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push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Liquidar deudas de verdad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48463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E211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8680" y="495604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 P1, un hogar de A Coruña controla su nevera y organiza la lista de la compra compartida sin usar el grupo de WhatsApp, y puede consultar su historial de gasto repartido y comparar precios entre tiendas."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58521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de construcción: Nevera → Lista (concurrencia) → Historial → Precios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6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Documento de una página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149047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Y MENSAJE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2821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Larder — controlar la nevera y la compra sin duplicados ni viajes extra, sin depender de un WhatsApp desordenado.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55080" y="149047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72821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organiza la compra en un hogar compartido de A Coruña. ≈99.700 hogares accesibles.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432304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31520" y="250545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274320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 min/lista a ojo, 2 viajes/semana sin plan, ≈1.040€/año perdidos.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2200" y="2432304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250545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74320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0,99€/mes · coste fijo 0€ · equilibrio: 1 hogar.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3447288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31520" y="3520440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P1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75818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Nevera + Lista + Historial + Precios. Cobro real, fuera de alcance.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72200" y="3447288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355080" y="3520440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355080" y="375818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Directo: el propio hogar es el primer usuario real.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4462272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31520" y="4535424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 HAREMOS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477316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 barras, cobro con tarjeta, notificaciones push, liquidar deudas de verdad.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E2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31520"/>
            <a:ext cx="777240" cy="777240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918058"/>
            <a:ext cx="404165" cy="40416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1737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pasos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697480"/>
            <a:ext cx="9601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Terminar la pantalla de la Nevera (frontend con React + TypeScript)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 con control de concurrencia real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y parametrizar Odoo (catálogo + precios por tienda)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el backend con la API de Odoo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gasto y comparador de precios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22960" y="580644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3D2E2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" y="5806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viernes: idea validada, con números y decisiones que se pueden defender.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2026-09-17T12:01:14Z</dcterms:created>
  <dcterms:modified xsi:type="dcterms:W3CDTF">2026-09-17T12:01:14Z</dcterms:modified>
</cp:coreProperties>
</file>