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rango en vez de cifra fija, y 5€/viaje en vez de 10€ (Nadia considero la primera estimacion demasiado dramatizada). Un rango (260-520€/ano) es mas honesto que un unico numero porque la frecuencia real varia semana a semana. Es la segunda correccion de esta cifra: la primera version (120€/ano) tampoco cuadraba con las cuentas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Actualizado con una respuesta real de la encuesta (llegada 17/09, ver n=35) que confirma esto sin que se preguntara: compra pensando en cocinar algo elaborado, nunca lo hace, la comida se pudre. Conclusion: ni siquiera cumplen bien la funcion de lista, porque el paso intermedio da pereza.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(el formulario sigue tecnicamente abierto en Vercel; "cerrada" en el documento significa "version usada para la entrega", no "imposible que llegue alguna mas"). El dato mas fuerte de toda la encuesta: 0/35 usa una app HOY como metodo (Pregunta 3) -- las 3 que probaron una app la abandonaron, sin excepcion. Novedad de esta tanda: una TERCERA persona probo Bring! y lo dejo, pero por un motivo nuevo (pereza/friccion, no cooperacion) -- dos motivos de abandono distintos apuntando al mismo sitio. El "metodo ganador" (Papel vs Notas) nunca se asento -- empate tecnico. El dato conjunto (54%, 19/35) se mantiene estable por encima de la mitad en toda la recogida.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(formulario sigue tecnicamente abierto).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como el tema mas repetido (8/35, 23%). Las 3 respuestas nuevas no anadieron menciones de coop/gasto -- dos son sobre comida que se pudre (movidas a la diapositiva de recetas, donde encajan mejor) y una sobre "tener que mirar que falta". "Caducidad/comida que se estropea" (3 menciones) entra en el plan de construccion; "se acaba y nadie avisa" (1 mencion) se resuelve gratis con Fridge compartida.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Publico fijado como estudiantes (18/09): el embudo ahora parte de la UDC (&gt;13.300) en vez de hogares genericos. El mercado objetivo es directamente ~650 pisos, no "coincide con el accesible". Los ~99.700 hogares de A Coruna quedan solo como techo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Gemini,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260-520 €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52 semanas ≈ 260-520 €/año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9682B"/>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E2119"/>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spcAft>
                <a:spcPts val="600"/>
              </a:spcAft>
              <a:buNone/>
            </a:pPr>
            <a:r>
              <a:rPr lang="en-US" sz="11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 </a:t>
            </a:r>
            <a:endParaRPr lang="en-US" sz="1150" dirty="0"/>
          </a:p>
          <a:p>
            <a:pPr indent="0" marL="0">
              <a:buNone/>
            </a:pPr>
            <a:r>
              <a:rPr lang="en-US" sz="1150" b="1" dirty="0">
                <a:solidFill>
                  <a:srgbClr val="C9682B"/>
                </a:solidFill>
                <a:latin typeface="Calibri" pitchFamily="34" charset="0"/>
                <a:ea typeface="Calibri" pitchFamily="34" charset="-122"/>
                <a:cs typeface="Calibri" pitchFamily="34" charset="-120"/>
              </a:rPr>
              <a:t>Confirmado en la encuesta: </a:t>
            </a:r>
            <a:pPr indent="0" marL="0">
              <a:buNone/>
            </a:pPr>
            <a:r>
              <a:rPr lang="en-US" sz="1150" i="1" dirty="0">
                <a:solidFill>
                  <a:srgbClr val="2E2119"/>
                </a:solidFill>
                <a:latin typeface="Calibri" pitchFamily="34" charset="0"/>
                <a:ea typeface="Calibri" pitchFamily="34" charset="-122"/>
                <a:cs typeface="Calibri" pitchFamily="34" charset="-120"/>
              </a:rPr>
              <a:t>"compro cosas pensando en hacer comidas elaboradas pero nunca las llego a hacer, y acaban pudriéndose".</a:t>
            </a:r>
            <a:endParaRPr lang="en-US" sz="11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(n=35)</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35 respuestas únicas a fecha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0/35</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3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54% (19 de 35) sufrió ambas cosas en el mismo mes — el mismo tiempo y dinero (260-520€/año)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13</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9184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46888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9</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7432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3 personas la probaron alguna vez (Pregunta 7) — pero 0/35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00" b="1" dirty="0">
                <a:solidFill>
                  <a:srgbClr val="C9682B"/>
                </a:solidFill>
                <a:latin typeface="Calibri" pitchFamily="34" charset="0"/>
                <a:ea typeface="Calibri" pitchFamily="34" charset="-122"/>
                <a:cs typeface="Calibri" pitchFamily="34" charset="-120"/>
              </a:rPr>
              <a:t>Las apps no son el problema — la retención sí.  </a:t>
            </a:r>
            <a:endParaRPr lang="en-US" sz="1100" dirty="0"/>
          </a:p>
          <a:p>
            <a:pPr indent="0" marL="0">
              <a:buNone/>
            </a:pPr>
            <a:r>
              <a:rPr lang="en-US" sz="1100" dirty="0">
                <a:solidFill>
                  <a:srgbClr val="2E2119"/>
                </a:solidFill>
                <a:latin typeface="Calibri" pitchFamily="34" charset="0"/>
                <a:ea typeface="Calibri" pitchFamily="34" charset="-122"/>
                <a:cs typeface="Calibri" pitchFamily="34" charset="-120"/>
              </a:rPr>
              <a:t>Bring! y AnyList llevan años disponibles y son razonablemente buenas (estado del arte). 3 de 35 personas confirman haberlas probado — pero ninguna las usa hoy. Dos de ellas probaron Bring! y lo dejaron por motivos distintos: una por falta de cooperación de sus compañeros, otra "porque me acaba dando pereza usarla". El hueco no está en construir "una app más" — está en resolver por qué las que existen no retienen ni a quien sí las prueba.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35 personas (23%)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+ 12/35 (34%)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&gt; 13.300</a:t>
            </a:r>
            <a:endParaRPr lang="en-US" sz="34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Estudiantes matriculados en la UDC (curso 2025-26, ambos campus)</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4.123</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31% cambia de ciudad para estudiar — % nacional aplicado a la UDC (Fundación CYD)</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650 pisos</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55% de esos comparte piso ÷ 3,5 pers./piso de media</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Margen de error reconocido: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la cifra de ≈650 pisos encadena 3 supuestos (% que cambia de ciudad, % que comparte piso, tamaño medio del piso) — es una estimación gruesa, no un conteo exacto. Deja fuera a jóvenes trabajadores que comparten piso y sufren el mismo problema, pero no salen en estas estadísticas.</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Para contexto, no como objetivo: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A Coruña tiene ≈99.700 hogares de 2+ personas — el techo si algún día se sirviera a cualquier hogar, no solo a estudiantes.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(Gemini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260-520€/año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(Gemini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2026-09-18T07:07:00Z</dcterms:created>
  <dcterms:modified xsi:type="dcterms:W3CDTF">2026-09-18T07:07:00Z</dcterms:modified>
</cp:coreProperties>
</file>