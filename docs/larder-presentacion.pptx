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Larder es el Proyecto Transversal de 2o DAM (P1). Presentar el nombre y encuadrar: es un documento de ideacion, no todavia el producto acabado.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dato de 1.040€/año sale de una estimacion propia (10€ de media perdidos por viaje), no de una fuente externa. Es honesto explicar que la primera cifra que se penso (120€/ano) no cuadraba con las cuentas reales, y se corrigio.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fuente principal ya no es busqueda por IA sino conversaciones reales con estudiantes/gente joven que comparten piso (mismo perfil que el mercado objetivo). AnyList tiene reconocimiento inteligente al escribir y codigo de barras -casi tan rapido como Notas-, pero todo su valor extra apunta a cocinar. La fila de Out of Milk se genero con IA (IA-2) y no se pudo verificar como app real: se documenta la retractacion en vez de ocultarla.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del estado del arte: el hueco no es "mas bonita", es rapidez de Notas + colaboracion de Bring + foco en ahorro/stock, que ninguna cubre. Tambien vale mencionar el testimonio propio: en casa se abandono una app similar tras 2 usos por pereza de abrir "otra app".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n=19. Cambio importante respecto a la version anterior (n=12): hasta entonces nadie habia probado una app; con estas 7 respuestas nuevas aparecen 2 personas que si (Bring!, "Notas" -- esta ultima ambigua). Se actualizo el titular honestamente en vez de mantener el "0/12 nadie" que ya no era cierto. El dato que SI se mantiene y es mas fuerte que antes: 0/19 usa una app HOY como metodo (Pregunta 3) -- las 2 que la probaron la abandonaron. Quien probo Bring lo explica el mismo: fallo por falta de cooperacion de sus companeros de piso, lo cual refuerza en vez de contradecir la tesis central. Los stats de dolor bajaron una pizca (75%-&gt;74%) por la muestra mas grande, y se anade el dato conjunto (53%, 10/19) sufrio ambas cosas el mismo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Actualizado a n=19. Categorizacion pedida explicitamente: "no se quien compro que" cuenta para AMBAS columnas (coop + tracker de gastos), "no saber que quieren los otros"/"comen mis cosas"/"compran cosas que no quiero" es coop puro, "no participan/tardan en pagar" es tracker de gastos puro. El 26% de coop y el 37% de "no llevamos cuenta" en la P8 son numeros independientes que apuntan al mismo sitio: History no es una funcion añadida sin motivo. (Dos menciones espontaneas al precio -- "esta todo carisimo", "comprar es caro" -- se documentaron en ideacion.md pero no entraron en esta diapositiva para no forzar el layout; son una senal a favor de Prices, no de Fridge/List/History.)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amplio el segmento objetivo a estudiantes+parejas+cualquiera que comparta gastos. Al no encontrar un desglose fiable para ese cruce en A Coruña, el mercado objetivo se iguala al accesible, y se documenta honestamente la limitacion de la busqueda.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Coste fijo 0 porque se usa el tier gratuito de Render, sin dominio de pago. Eso hace el punto de equilibrio trivial (1 hogar), pero viene con un coste tecnico real: sleep del servicio y disco efimero para SQLite.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nos elegiria por construir facturacion o cobro con tarjeta propios; si por como llevamos nevera y lista compartida. Orden de construccion: una pantalla completa antes de abrir la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nombre Larder es una palabra inglesa comun (despensa) — revisar en P5 si dificulta encontrarlo en buscadores. De momento se mantiene.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Recalcar que lo entregado el viernes es la ideacion completa (docs/ideacion.md), no codigo terminado — eso es correcto para P1 en esta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822960" cy="82296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88331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LARDER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nevera y la compra de un hogar compartido, sin líos ni WhatsApp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5394960"/>
            <a:ext cx="7498080" cy="777240"/>
          </a:xfrm>
          <a:prstGeom prst="roundRect">
            <a:avLst>
              <a:gd name="adj" fmla="val 11765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4864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Transversal · Sesión 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DAM  ·  Bloque P1 — Que exista  ·  Documento de ideación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frase del dolor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mi casa perdemos tiempo controlando qué queda en la nevera y organizando la compra."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89320" y="1417320"/>
            <a:ext cx="5669280" cy="2286000"/>
          </a:xfrm>
          <a:prstGeom prst="roundRect">
            <a:avLst>
              <a:gd name="adj" fmla="val 4800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17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— con datos reales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1920240"/>
            <a:ext cx="5212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Iago y Nadia pierden 10-15 min cada vez que hacen la lista a ojo con papel y boli, van a la tienda 2 veces/semana sin planificar, y casi siempre acaban comprando algo duplicado o volviendo por algo olvidado.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97764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2E211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4160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1.040 €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074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perdidos al año en compras mal planificadas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532120" y="397764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calculó:  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10 €/viaje × 2 viajes/semana × 52 semanas ≈ 1.040 €/año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directa del hogar (Iago, Nadia, Muxia) — dato de primera mano, sin fuente externa.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la competencia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34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principal: conversaciones directas con estudiantes/gente joven — el mismo perfil que el mercado objetivo.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22860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846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bueno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problema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y boli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 y sencillo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pierde fácil; de un solo uso (gasta papel)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Notas (móvil)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más usada; simple y reusable — "la que mejor funciona"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comparte ni coedita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Colaborativo de verdad,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 extra al añadir un item; su "Inspiración" no resuelve el caso de uso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Reconoce items al escribir + código de barras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valor apunta a cocinar, no a ahorrar o controlar stock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 literal verificada (fuente secundaria)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437083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icono de la aplicación aparece marcado como comprado en el Apple Watch pero no llega a descargarse ni a instalarse."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486460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Reseña real verificada de Bring! Grocery Shopping List, App Store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54406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5532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honesta:  </a:t>
            </a:r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tercera app ("Out of Milk") encontrada por búsqueda IA no superó la verificación real y se retiró del análisis, en vez de darse por buena.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el hueco detectado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6184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posicionamiento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61848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Bring! ni AnyList apuntan a ahorrar o controlar stock — las dos están construidas para cocinar y planificar recetas.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28072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fricción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80720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paso extra sobre "simplemente escribir" hace que la gente vuelva a Notas, la solución más simple.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" y="3995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colaboración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99592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que mejor funciona en la práctica (Notas) no se puede compartir ni coeditar en tiempo real.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" y="5330952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hueco real: una herramienta tan rápida de usar como Notas, tan colaborativa como Bring!, y centrada en ahorro y control de stock — el ángulo que nadie cubre.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VALIDACIÓN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encuesta confirma el hueco (n=19)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bilingüe (ES/EN), 9 preguntas sobre hechos del último mes — no opiniones sobre una app futura. 19 respuestas reales recogidas.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0/19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hoy una app específica como método — aunque 2 personas SÍ la probaron alguna vez (ver abajo)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8056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compró algo duplicado el último mes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04672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tuvo que volver a la tienda por algo olvidado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2491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53% (10 de 19 personas) sufrió ambas cosas — compró duplicado y volvió a la tienda — en el mismo mes.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6492240" cy="2148840"/>
          </a:xfrm>
          <a:prstGeom prst="roundRect">
            <a:avLst>
              <a:gd name="adj" fmla="val 5106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3246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· ¿Cómo organizáis hoy la lista de la compra?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648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y boli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88920" y="3675888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1" name="Shape 18"/>
          <p:cNvSpPr/>
          <p:nvPr/>
        </p:nvSpPr>
        <p:spPr>
          <a:xfrm>
            <a:off x="2788920" y="3675888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C9682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28232" y="364845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959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del móvil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788920" y="3986784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5" name="Shape 22"/>
          <p:cNvSpPr/>
          <p:nvPr/>
        </p:nvSpPr>
        <p:spPr>
          <a:xfrm>
            <a:off x="2788920" y="3986784"/>
            <a:ext cx="3056709" cy="219456"/>
          </a:xfrm>
          <a:prstGeom prst="roundRect">
            <a:avLst>
              <a:gd name="adj" fmla="val 16667"/>
            </a:avLst>
          </a:prstGeom>
          <a:solidFill>
            <a:srgbClr val="D9A44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28232" y="39593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2702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/ a ojo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788920" y="4297680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9" name="Shape 26"/>
          <p:cNvSpPr/>
          <p:nvPr/>
        </p:nvSpPr>
        <p:spPr>
          <a:xfrm>
            <a:off x="2788920" y="4297680"/>
            <a:ext cx="2547257" cy="219456"/>
          </a:xfrm>
          <a:prstGeom prst="roundRect">
            <a:avLst>
              <a:gd name="adj" fmla="val 16667"/>
            </a:avLst>
          </a:prstGeom>
          <a:solidFill>
            <a:srgbClr val="8A7A6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28232" y="42702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458114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WhatsApp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788920" y="4608576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33" name="Shape 30"/>
          <p:cNvSpPr/>
          <p:nvPr/>
        </p:nvSpPr>
        <p:spPr>
          <a:xfrm>
            <a:off x="2788920" y="4608576"/>
            <a:ext cx="509451" cy="219456"/>
          </a:xfrm>
          <a:prstGeom prst="roundRect">
            <a:avLst>
              <a:gd name="adj" fmla="val 16667"/>
            </a:avLst>
          </a:prstGeom>
          <a:solidFill>
            <a:srgbClr val="8A7A6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428232" y="458114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app específica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2788920" y="4919472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428232" y="48920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24865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2 personas la probaron alguna vez (Pregunta 7) — pero 0/19 la usa hoy: la abandonaron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223760" y="3108960"/>
            <a:ext cx="4389120" cy="2148840"/>
          </a:xfrm>
          <a:prstGeom prst="roundRect">
            <a:avLst>
              <a:gd name="adj" fmla="val 5106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3246120"/>
            <a:ext cx="39319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apps no son el problema — la retención sí.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Bring! y AnyList llevan años disponibles y son razonablemente buenas (estado del arte, diapositiva anterior). 2 de 19 personas confirman haberlas probado — pero ninguna las usa hoy. Quien probó Bring! lo explica sin que se le pregunte: "porque si no colaboran los demás... pues mal vamos". El hueco no está en construir "una app más" — está en resolver por qué las que existen no retienen ni a quien sí las prueba.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VALIDACIÓN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quejas espontáneas confirman el mismo patrón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9 (abierta): "¿Qué es lo que más te frustra de gestionar la compra o la nevera?" — nadie vio el prototipo antes de responder.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5532120" cy="4160520"/>
          </a:xfrm>
          <a:prstGeom prst="roundRect">
            <a:avLst>
              <a:gd name="adj" fmla="val 2637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1645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COOPERACIÓN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0195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 19 personas (26%) — sin que se les preguntara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28600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don’t know who bought what"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knowing what the others want, the others eating my stuff"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 people use the food I planned to use in a meal for myself... so I have to use something else"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knowing if someone bought something just for themself"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 compran cosas que no quiero"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50876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92240" y="16459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TRACKER DE GASTOS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menciones espontáneas + 7/19 (37%) dice en la Pregunta 8 que no llevan cuenta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3317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don’t know who bought what" — también aquí: no saber quién pagó qué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 la gente no participe a la hora de hacer la compra o que tarden en pagar cuando dividimos gastos"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92240" y="3977640"/>
            <a:ext cx="4892040" cy="1554480"/>
          </a:xfrm>
          <a:prstGeom prst="roundRect">
            <a:avLst>
              <a:gd name="adj" fmla="val 5882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20840" y="4096512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exactamente History: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compró qué y quién debe a quién, resuelto sin depender de que alguien lo recuerde o lo apunte a mano.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8064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nueva a vigilar (Fridge):  </a:t>
            </a:r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"Tener en cuenta qué productos quedan abiertos, cuáles se pierden antes, etc." — apunta a caducidad y frescura, no solo a stock o reparto de gasto.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Estudio de mercado — A Coruña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TOTAL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Hogares de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España 2+ pers.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medio 2,50 pers./hogar (INE 2023)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2E211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ACCESIBLE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249.261 hab. ÷ 2,50 pers./hogar (INE/IGE 2024)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7532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OBJETIVO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el accesible — ver nota abajo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16052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279392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honesta sobre la búsqueda: 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encontró un desglose público fiable de "hogares no familiares/parejas sin hijos" a nivel de A Coruña — es un resultado válido en sí mismo, no un dato inventado.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verificable: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650 pisos de estudiantes en A Coruña (UDC &gt;13.300 matriculados · 31% cambia de ciudad · 55% comparte piso — Fundación CYD).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servilleta de 6 casillas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VENDEMOS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por hogar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8056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4672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CUÁNTO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0,99 €/mes por hogar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NOS CUESTA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fijo: 0 € (hosting gratuito). Variable: 0 €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29768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HACEN FALTA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equilibrio: 1 hogar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04672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22960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HAY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99.700 hogares accesibles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365760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3767328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hogar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 — coste fijo 0€ ÷ margen 0,99€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035040" y="3657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63640" y="3767328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honesta: el nivel gratuito "duerme" sin uso y el disco es efímero (riesgo real para SQLite). El reto no son los números — es que alguien pague por algo que la competencia da gratis.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3492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explícita: no se adelanta dinero propio en hosting mientras el proyecto no genere ingresos.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columnas del alcance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6E4D3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C9682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construimos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Nevera: inventario + aviso de stock bajo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compartida con control de concurrencia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+ cálculo de quién debe a quién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Comparador de precios por tienda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9768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D9A44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hace Odoo (ERP)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productos y precios por tienda (Pricelists)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real de la suscripción, si se cobrase algún día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4672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2960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8A7A6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 hace este curso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código de barras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 real con tarjeta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 deudas de verdad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8680" y="495604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P1, un hogar de A Coruña controla su nevera y organiza la lista de la compra compartida sin usar el grupo de WhatsApp, y puede consultar su historial de gasto repartido y comparar precios entre tiendas."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construcción: Nevera → Lista (concurrencia) → Historial → Precios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 de una página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MENSAJE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Larder — controlar la nevera y la compra sin duplicados ni viajes extra, sin depender de un WhatsApp desordenado.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5508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Coruña. ≈99.700 hogares accesibles.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3152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min/lista a ojo, 2 viajes/semana sin plan, ≈1.040€/año perdidos.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220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0,99€/mes · coste fijo 0€ · equilibrio: 1 hogar.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3152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P1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 + Lista + Historial + Precios. Cobro real, fuera de alcance.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7220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35508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35508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Directo: el propio hogar es el primer usuario real.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462272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31520" y="4535424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HAREMOS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barras, cobro con tarjeta, notificaciones push, liquidar deudas de verdad.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31520"/>
            <a:ext cx="777240" cy="77724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918058"/>
            <a:ext cx="404165" cy="40416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697480"/>
            <a:ext cx="9601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Terminar la pantalla de la Nevera (frontend con React + TypeScript)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con control de concurrencia real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y parametrizar Odoo (catálogo + precios por tienda)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el backend con la API de Odoo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gasto y comparador de precios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22960" y="580644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806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viernes: idea validada, con números y decisiones que se pueden defender.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2026-09-16T12:08:27Z</dcterms:created>
  <dcterms:modified xsi:type="dcterms:W3CDTF">2026-09-16T12:08:27Z</dcterms:modified>
</cp:coreProperties>
</file>